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59af15edd04b38" /><Relationship Type="http://schemas.openxmlformats.org/officeDocument/2006/relationships/extended-properties" Target="/docProps/app.xml" Id="Rc782f59e6e8f4b19" /><Relationship Type="http://schemas.openxmlformats.org/officeDocument/2006/relationships/officeDocument" Target="/ppt/presentation.xml" Id="R7d63e2e01d6f45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fb72b4f5d44623"/>
  </p:sldMasterIdLst>
  <p:notesMasterIdLst>
    <p:notesMasterId xmlns:r="http://schemas.openxmlformats.org/officeDocument/2006/relationships" r:id="R7389068e27144ebf"/>
  </p:notesMasterIdLst>
  <p:sldIdLst>
    <p:sldId xmlns:r="http://schemas.openxmlformats.org/officeDocument/2006/relationships" id="256" r:id="R8a9a707fe83a491a"/>
    <p:sldId xmlns:r="http://schemas.openxmlformats.org/officeDocument/2006/relationships" id="257" r:id="R70b8e8d807d64786"/>
    <p:sldId xmlns:r="http://schemas.openxmlformats.org/officeDocument/2006/relationships" id="258" r:id="R510f196241624212"/>
    <p:sldId xmlns:r="http://schemas.openxmlformats.org/officeDocument/2006/relationships" id="259" r:id="Rfc478d77704d4c5c"/>
    <p:sldId xmlns:r="http://schemas.openxmlformats.org/officeDocument/2006/relationships" id="260" r:id="R95b20b78b4044b70"/>
    <p:sldId xmlns:r="http://schemas.openxmlformats.org/officeDocument/2006/relationships" id="261" r:id="R419514a4c1de49c1"/>
    <p:sldId xmlns:r="http://schemas.openxmlformats.org/officeDocument/2006/relationships" id="262" r:id="R407468e4d59c414a"/>
    <p:sldId xmlns:r="http://schemas.openxmlformats.org/officeDocument/2006/relationships" id="263" r:id="R2b316eaa432f4bc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2b0662f388454b" /><Relationship Type="http://schemas.openxmlformats.org/officeDocument/2006/relationships/slideMaster" Target="/ppt/slideMasters/slideMaster1.xml" Id="R30fb72b4f5d44623" /><Relationship Type="http://schemas.openxmlformats.org/officeDocument/2006/relationships/notesMaster" Target="/ppt/notesMasters/notesMaster1.xml" Id="R7389068e27144ebf" /><Relationship Type="http://schemas.openxmlformats.org/officeDocument/2006/relationships/presProps" Target="/ppt/presProps.xml" Id="Rf22277503f304467" /><Relationship Type="http://schemas.openxmlformats.org/officeDocument/2006/relationships/tableStyles" Target="/ppt/tableStyles.xml" Id="R8168c532826646ea" /><Relationship Type="http://schemas.openxmlformats.org/officeDocument/2006/relationships/slide" Target="/ppt/slides/slide1.xml" Id="R8a9a707fe83a491a" /><Relationship Type="http://schemas.openxmlformats.org/officeDocument/2006/relationships/slide" Target="/ppt/slides/slide2.xml" Id="R70b8e8d807d64786" /><Relationship Type="http://schemas.openxmlformats.org/officeDocument/2006/relationships/slide" Target="/ppt/slides/slide3.xml" Id="R510f196241624212" /><Relationship Type="http://schemas.openxmlformats.org/officeDocument/2006/relationships/slide" Target="/ppt/slides/slide4.xml" Id="Rfc478d77704d4c5c" /><Relationship Type="http://schemas.openxmlformats.org/officeDocument/2006/relationships/slide" Target="/ppt/slides/slide5.xml" Id="R95b20b78b4044b70" /><Relationship Type="http://schemas.openxmlformats.org/officeDocument/2006/relationships/slide" Target="/ppt/slides/slide6.xml" Id="R419514a4c1de49c1" /><Relationship Type="http://schemas.openxmlformats.org/officeDocument/2006/relationships/slide" Target="/ppt/slides/slide7.xml" Id="R407468e4d59c414a" /><Relationship Type="http://schemas.openxmlformats.org/officeDocument/2006/relationships/slide" Target="/ppt/slides/slide8.xml" Id="R2b316eaa432f4b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6f650f025d45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3ff43a6c1c4b66" /><Relationship Type="http://schemas.openxmlformats.org/officeDocument/2006/relationships/notesMaster" Target="/ppt/notesMasters/notesMaster1.xml" Id="Re33c31cda1d441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90b31ed02f4a60" /><Relationship Type="http://schemas.openxmlformats.org/officeDocument/2006/relationships/notesMaster" Target="/ppt/notesMasters/notesMaster1.xml" Id="R272df0051e174d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d772d53eda41ab" /><Relationship Type="http://schemas.openxmlformats.org/officeDocument/2006/relationships/notesMaster" Target="/ppt/notesMasters/notesMaster1.xml" Id="R5fdb0dafe64845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961671ebd1444a" /><Relationship Type="http://schemas.openxmlformats.org/officeDocument/2006/relationships/notesMaster" Target="/ppt/notesMasters/notesMaster1.xml" Id="R1e333271333141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44c07d8e614b26" /><Relationship Type="http://schemas.openxmlformats.org/officeDocument/2006/relationships/notesMaster" Target="/ppt/notesMasters/notesMaster1.xml" Id="Rf9fdb52bd3614c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e1590727e3458b" /><Relationship Type="http://schemas.openxmlformats.org/officeDocument/2006/relationships/notesMaster" Target="/ppt/notesMasters/notesMaster1.xml" Id="R0332eac7bae649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342481988c495e" /><Relationship Type="http://schemas.openxmlformats.org/officeDocument/2006/relationships/notesMaster" Target="/ppt/notesMasters/notesMaster1.xml" Id="R45fe706c793d4c3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98e7a0dbdb455a" /><Relationship Type="http://schemas.openxmlformats.org/officeDocument/2006/relationships/notesMaster" Target="/ppt/notesMasters/notesMaster1.xml" Id="R07c64f0a166342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9c9a4ca82044d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6d7120eb6a4aa7" /><Relationship Type="http://schemas.openxmlformats.org/officeDocument/2006/relationships/slideLayout" Target="/ppt/slideLayouts/slideLayout1.xml" Id="Rba660b1e2330464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660b1e233046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0d45faaff44ed" /><Relationship Type="http://schemas.openxmlformats.org/officeDocument/2006/relationships/notesSlide" Target="/ppt/notesSlides/notesSlide1.xml" Id="Rc230b34e3dfe46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371f126927418a" /><Relationship Type="http://schemas.openxmlformats.org/officeDocument/2006/relationships/notesSlide" Target="/ppt/notesSlides/notesSlide2.xml" Id="Re782e5b9897643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b9909f973041d4" /><Relationship Type="http://schemas.openxmlformats.org/officeDocument/2006/relationships/notesSlide" Target="/ppt/notesSlides/notesSlide3.xml" Id="R73bebdd916724b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9f1009cf024894" /><Relationship Type="http://schemas.openxmlformats.org/officeDocument/2006/relationships/chart" Target="/ppt/slides/charts/chart1.xml" Id="Rba6f995c89f34b73" /><Relationship Type="http://schemas.openxmlformats.org/officeDocument/2006/relationships/notesSlide" Target="/ppt/notesSlides/notesSlide4.xml" Id="Rbd160600093e45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86d3436ab4635" /><Relationship Type="http://schemas.openxmlformats.org/officeDocument/2006/relationships/notesSlide" Target="/ppt/notesSlides/notesSlide5.xml" Id="Rb8fbff69a01f4e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cf72ac38b4028" /><Relationship Type="http://schemas.openxmlformats.org/officeDocument/2006/relationships/notesSlide" Target="/ppt/notesSlides/notesSlide6.xml" Id="R3e9004ee52e84a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756aebad9043f0" /><Relationship Type="http://schemas.openxmlformats.org/officeDocument/2006/relationships/notesSlide" Target="/ppt/notesSlides/notesSlide7.xml" Id="Rc2b90f32979c4d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8106b9be8437e" /><Relationship Type="http://schemas.openxmlformats.org/officeDocument/2006/relationships/notesSlide" Target="/ppt/notesSlides/notesSlide8.xml" Id="Rcf42608478ac49ac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覆盖率</c:v>
          </c:tx>
          <c:spPr>
            <a:solidFill xmlns:a="http://schemas.openxmlformats.org/drawingml/2006/main">
              <a:srgbClr val="22D3EE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Python functional</c:v>
              </c:pt>
              <c:pt idx="1">
                <c:v>RTL functional</c:v>
              </c:pt>
              <c:pt idx="2">
                <c:v>RTL code</c:v>
              </c:pt>
            </c:strLit>
          </c:cat>
          <c:val>
            <c:numLit>
              <c:formatCode>General</c:formatCode>
              <c:ptCount val="3"/>
              <c:pt idx="0">
                <c:v>100</c:v>
              </c:pt>
              <c:pt idx="1">
                <c:v>94.44</c:v>
              </c:pt>
              <c:pt idx="2">
                <c:v>61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26364F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7524FE-A601-443E-9CA2-2D047CDC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UCAGENT / NUTSHELL CACHE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96152-9BDA-4CA3-B4E9-3D89E988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666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CacheSage-UC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0171AF-CBA7-4935-87A9-2C557442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762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真实 RTL 自动化验证与人工复核证据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F2309-7784-4B85-ABA7-A851D4F6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240030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30CB6C-734A-4489-B2D5-EC62A4C4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81375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34/36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9A664-1F09-47DC-B174-C343E58B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RTL 功能覆盖点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D7F738-5BFD-4DBD-B0AF-3590574D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57550"/>
            <a:ext cx="272415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674FAD-9178-4177-AA17-CECC74B3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199 / 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2A4595-6E0C-4751-A78E-FDBB01C5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9528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Scoreboard 比较 / 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0B1E21-198A-46F9-A2C8-55097CB0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57550"/>
            <a:ext cx="266700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04F641-DBC7-4EEF-AA26-81D498BA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81375"/>
            <a:ext cx="2324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61.00%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736CA7-8012-48CA-9845-7DF9652D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52875"/>
            <a:ext cx="2324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Verilator 代码覆盖率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3068CF-4F84-4A64-8CCF-95F07DCE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57550"/>
            <a:ext cx="240030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0A0576-380B-4694-A59C-D4D3AAAA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381375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421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7BE162-7AFE-47A2-BC2B-4FF5CB9E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95287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真实 DUT 事务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7F9384-14CE-45B5-A7C4-452277DC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GitLink: python123/cachesage-uc    GitHub: python123-ops/CacheSage-UC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03455F-B910-403D-B3B8-13369EAB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9055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2026-06-19</a:t>
            </a:r>
          </a:p>
        </p:txBody>
      </p:sp>
    </p:spTree>
    <p:extLst>
      <p:ext uri="{BB962C8B-B14F-4D97-AF65-F5344CB8AC3E}">
        <p14:creationId xmlns:p14="http://schemas.microsoft.com/office/powerpoint/2010/main" val="5663448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B59563-B851-48FA-BA22-286ABDF4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VERIFICATION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447FA1-C773-417C-AB88-B9482204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覆盖命中必须来自真实 DUT 可观察事件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99A02-49DB-4E2B-B7BF-9CD28065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EED730-28A6-430C-820C-8F26C1BD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F4137E-A95A-42D2-B15B-5800135B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3143250" cy="10668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E7D68C-8B33-46B4-A288-E1E76355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85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Generator / CRV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5553A4-9544-43B2-B355-8FFB693A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directed + seeds 11/29/73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B24713-9D89-44B8-8E7B-1D8395D0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14500"/>
            <a:ext cx="3143250" cy="10668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D76FD2-9FAE-4C3C-B5E7-0E0FFD83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85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SimpleBus Driver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74C272-AA87-4A1F-98AD-851A0420E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6695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64-bit data / 8-bit mask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0BD0B2-EA45-4F9C-8C12-25CE729C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14500"/>
            <a:ext cx="3143250" cy="10668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A2634B-81C9-4F93-AD11-0BFD4249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85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Picker DUT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DD8F9-B31E-4B6B-A123-116FFC21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6695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NutShell Cache RTL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323248-116D-4A8E-803D-58227380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3143250" cy="10668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88104C-ECA0-4E24-81D0-A738AF38B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957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Monitor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74FEBE-3CFE-411B-9E60-04317F47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670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response / memory / victim / probe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93505A-BE4D-4B47-BB2D-2DA71133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24250"/>
            <a:ext cx="3143250" cy="10668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0A9FF4-6643-4C24-B4A7-C28D84CE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6957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Scoreboard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14F4F8-1682-40F1-9403-319A93FF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7670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独立 byte-mask reference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DD3D55-CAD4-4328-A869-3D7ACFFA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24250"/>
            <a:ext cx="3143250" cy="10668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471970-434F-4449-ACB2-C9C479D8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957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Coverage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C0A057-18DF-4ABD-BAB5-BDCD66AC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7670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36 points + source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F86061-54E9-4C4E-8856-3563BDEE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133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驱动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ECEA66-4CC2-413B-818E-B775421A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观测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FF3E9C-9CD7-4B28-84AD-04696273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433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56419A-3B4B-4CD4-8F98-0DAC753C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4335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归档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DA36D0-BE65-4C77-969A-9BF31658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38800"/>
            <a:ext cx="10763250" cy="51435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17263C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F1EC7E-13AC-4F52-9818-9F9B439B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81675"/>
            <a:ext cx="10344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未命中：rtl_input_backpressure、rtl_response_backpressure。保持缺口，不人工补点。</a:t>
            </a:r>
          </a:p>
        </p:txBody>
      </p:sp>
    </p:spTree>
    <p:extLst>
      <p:ext uri="{BB962C8B-B14F-4D97-AF65-F5344CB8AC3E}">
        <p14:creationId xmlns:p14="http://schemas.microsoft.com/office/powerpoint/2010/main" val="18015520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69393C-79D5-4803-A0C3-185DA23F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87A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087A8C"/>
                </a:solidFill>
                <a:latin typeface="Microsoft YaHei"/>
                <a:ea typeface="Microsoft YaHei"/>
                <a:cs typeface="Microsoft YaHei"/>
              </a:rPr>
              <a:t>LINUX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5C3AAE-F5C0-452F-BC44-DD7EA0CB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Picker、Toffee、Verilator 已形成端到端实测链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4BDE59-CBDD-42AC-B920-9729E487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3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1A062F-4D2A-4758-9BCD-8AC595F0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BDFD8-98D0-40DE-BA3F-5857C368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2476500" cy="1295400"/>
          </a:xfrm>
          <a:prstGeom xmlns:a="http://schemas.openxmlformats.org/drawingml/2006/main" prst="roundRect">
            <a:avLst>
              <a:gd name="adj" fmla="val 14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7876DB-648E-48E7-9A9B-096C288B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D2CA4C-F167-4369-897B-35C26EF3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71675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锁定上游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D57E91-E45B-44C3-8D28-3039477D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146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commit cdc9ef7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4A452A-5E55-4F50-A5B0-A6A8BA6E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09750"/>
            <a:ext cx="2476500" cy="1295400"/>
          </a:xfrm>
          <a:prstGeom xmlns:a="http://schemas.openxmlformats.org/drawingml/2006/main" prst="roundRect">
            <a:avLst>
              <a:gd name="adj" fmla="val 14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3DC3BB-282A-41EE-9692-E54A17AB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526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A82302-2F18-45D1-9C83-E696C6F2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971675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Picker export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92FD64-B97F-49B2-8D74-53086821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146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make gen_dut / exit 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819AC1-1662-4822-ADAC-81A64351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09750"/>
            <a:ext cx="2476500" cy="1295400"/>
          </a:xfrm>
          <a:prstGeom xmlns:a="http://schemas.openxmlformats.org/drawingml/2006/main" prst="roundRect">
            <a:avLst>
              <a:gd name="adj" fmla="val 14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DB329E-4FD8-4D88-A1E8-4483237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526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E8C05-CC92-4CF8-834B-C7311AA3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71675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Toffee 回归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192BFE-9C4A-43AE-9149-F0C5880E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146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directed + 3 seeds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231C84-5B27-42CE-9508-2884398C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809750"/>
            <a:ext cx="2476500" cy="1295400"/>
          </a:xfrm>
          <a:prstGeom xmlns:a="http://schemas.openxmlformats.org/drawingml/2006/main" prst="roundRect">
            <a:avLst>
              <a:gd name="adj" fmla="val 14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4F5D45-FB19-4DAF-B724-407C88F7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52625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4E9876-7DD0-4EFB-83F5-082D849E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971675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证据导出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DF5AA7-C827-40FA-BE7A-4041EAD8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1460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JSON / FST / coverage.dat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C51741-54BB-4BE1-B4A2-0F24C7B9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257175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0439FE-3311-4A71-A3A7-40DEFBD2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29075"/>
            <a:ext cx="2228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rPr>
              <a:t>24.04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2F104C-6BF0-434A-8210-7492C82C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2228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Ubuntu / WSL2 实测环境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9100E0-9242-4C66-9F88-E0A49A9B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905250"/>
            <a:ext cx="238125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264B64-A22D-4925-8871-1A052270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029075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1.47 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80516B-A4E5-428E-BE42-E2393B94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600575"/>
            <a:ext cx="2038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421 条 RTL 回归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43294B-1E0A-427D-8614-3F84EC2E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05250"/>
            <a:ext cx="238125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F7C517-9530-4CF2-8210-7C9A86C2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29075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97706"/>
                </a:solidFill>
                <a:latin typeface="Microsoft YaHei"/>
                <a:ea typeface="Microsoft YaHei"/>
                <a:cs typeface="Microsoft YaHei"/>
              </a:rPr>
              <a:t>219100 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C05FDE-547C-46AD-BE07-002486B3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00575"/>
            <a:ext cx="2038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FST 波形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71DFC3-741C-4300-8576-6A25E73D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905250"/>
            <a:ext cx="285750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AF1B0D-7FA0-42F3-AFBA-9CDD7A55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2907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3621619 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0B519E-FF9F-4CDF-91DF-0DEA71C0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60057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coverage.dat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D7D675-D14B-4FEE-958E-4920493D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6260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复现入口：python scripts/run_rtl_regression.py</a:t>
            </a:r>
          </a:p>
        </p:txBody>
      </p:sp>
    </p:spTree>
    <p:extLst>
      <p:ext uri="{BB962C8B-B14F-4D97-AF65-F5344CB8AC3E}">
        <p14:creationId xmlns:p14="http://schemas.microsoft.com/office/powerpoint/2010/main" val="473130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C0C770-BDF3-42FD-8E41-59015CCF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MEASURED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1F1FD6-1C0F-4942-98F8-6EFBF78E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三类覆盖率分栏，含义与分母不混写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3A76F-E70B-4019-A272-CE49378E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A8D411-6B9B-442E-9272-95EF5EB8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66750" y="1695450"/>
          <a:ext xmlns:a="http://schemas.openxmlformats.org/drawingml/2006/main" cx="63817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6f995c89f34b7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2F130C-236A-47DD-9FCE-ED016974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14500"/>
            <a:ext cx="371475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EED303-8C0C-4E9F-89A7-BC3A1668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8383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23/23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87EDF1-AF99-4B5A-87E4-897560CD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409825"/>
            <a:ext cx="3371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Python harness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0BF6F-9A11-4342-87D9-89398E51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9900"/>
            <a:ext cx="371475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ACF5F-2D1A-458A-A729-1E5CA020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1337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34/36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EA6F36-6A60-4DA9-96A5-7467E456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05225"/>
            <a:ext cx="3371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真实 RTL functional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C28F6-69F3-444D-894D-B66DD158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05300"/>
            <a:ext cx="371475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95399A-B567-4D75-B9AF-A3E2DB59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4291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898/1454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F1D98A-F101-4372-A088-25BBD504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000625"/>
            <a:ext cx="3371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Verilator code coverage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F2738-78F3-4895-BA7B-1348B585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7150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Scoreboard：199 次读数据比较，0 个失败</a:t>
            </a:r>
          </a:p>
        </p:txBody>
      </p:sp>
    </p:spTree>
    <p:extLst>
      <p:ext uri="{BB962C8B-B14F-4D97-AF65-F5344CB8AC3E}">
        <p14:creationId xmlns:p14="http://schemas.microsoft.com/office/powerpoint/2010/main" val="2255065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CA67E0-B10E-48DC-82E1-EDCC5BAF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87A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087A8C"/>
                </a:solidFill>
                <a:latin typeface="Microsoft YaHei"/>
                <a:ea typeface="Microsoft YaHei"/>
                <a:cs typeface="Microsoft YaHei"/>
              </a:rPr>
              <a:t>SCENARIO 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867AD1-762A-4D56-85B5-6F3D6A09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替换、写回和一致性均由总线事件闭环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9430B-4E70-42E3-BC37-C7D09599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3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309715-243B-4694-B6E9-E332BD1C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9094B4-B981-405F-B73C-4F41790D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7632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58DACD-0155-4640-8619-1BE3AADF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52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数据路径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719E17-1C9D-436F-B5EC-5D6CE52A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526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read/write hit · miss/refill · read-after-write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21BA05-9DFD-40EE-B10F-70031173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526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rPr>
              <a:t>已覆盖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D21086-4D31-48E8-ACB4-BE7AC123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43150"/>
            <a:ext cx="107632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35BC94-4CC3-46D0-BE7C-57666839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写掩码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BDEA2F-38BD-4732-9DD9-A2C18C63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4955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full · low/high partial · sparse mask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D44680-C6F1-4ED5-96B5-2B4C3FE40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9555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rPr>
              <a:t>已覆盖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4C754C-2BD6-434F-98C0-7070BA86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107632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FDA213-EC0B-4802-84BC-716DB3A9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替换策略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5B942E-7893-4AED-8688-117B7C57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385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4-way fill · clean/dirty eviction · victim onehot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BDEEC4-F4B8-46E7-AD49-A00881BD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2385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rPr>
              <a:t>已覆盖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356F66-972A-476C-B72D-9F285E68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29050"/>
            <a:ext cx="107632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2E05C8-A8AD-43FA-8FF8-AD53F55D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814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一致性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7418D7-5575-4DD5-9F3E-24D9941B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981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probe miss · clean/dirty hit · 8-beat data return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612FE7-9511-4B68-847A-0A77F165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8145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rPr>
              <a:t>已覆盖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E0626A-D881-4B1C-84A2-D549725A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107632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94E3B1-A3CC-4507-A42B-3546C697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时序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41182B-5D39-4EBA-9F6E-91462860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244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memory latency · reset recovery · io_empty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7D9E60-0F27-4F1D-9DCB-5166DFE1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7244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5803D"/>
                </a:solidFill>
                <a:latin typeface="Microsoft YaHei"/>
                <a:ea typeface="Microsoft YaHei"/>
                <a:cs typeface="Microsoft YaHei"/>
              </a:rPr>
              <a:t>已覆盖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C94014-DDB1-4E2C-9232-63DD6B4A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7632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89C713-ED12-44F3-85EB-8AC7786E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673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反压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C8607F-03E5-4E5E-A931-4D6F0947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673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input wait · response wait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7DBC62-2C17-4BB1-80B8-9FC78288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46735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2 点未覆盖</a:t>
            </a:r>
          </a:p>
        </p:txBody>
      </p:sp>
    </p:spTree>
    <p:extLst>
      <p:ext uri="{BB962C8B-B14F-4D97-AF65-F5344CB8AC3E}">
        <p14:creationId xmlns:p14="http://schemas.microsoft.com/office/powerpoint/2010/main" val="21293399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0BD711-EB9F-4338-8A02-679C1E17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FAULT INJECTION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E66E1A-79D7-46B5-8303-CE49E9C0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5 类注入错误均触发确定性、可解释失败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A77C4F-C57B-46C1-A200-E99EFC5B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ED2CD0-657B-4082-B080-0FEEEEE3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FAE22-4BE6-4769-9FC9-A8FA2A1B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05727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597A7-9825-42CC-88F7-7165C07F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8117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drop_dirty_writeback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1F4A95-E886-4037-B1E7-7AC08BB1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811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脏行未写回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38E9C5-C4CD-4134-A78E-85104B11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81175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B71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B7185"/>
                </a:solidFill>
                <a:latin typeface="Microsoft YaHei"/>
                <a:ea typeface="Microsoft YaHei"/>
                <a:cs typeface="Microsoft YaHei"/>
              </a:rPr>
              <a:t>memory mismatch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2260E5-DA85-4707-A34C-C3901C2F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105727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7BBC3C-3242-4561-BE24-8BD03FA7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ignore_write_mask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92F02E-09B7-4DAF-A4C4-BEE8256AA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193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忽略字节掩码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5F8DFD-C320-48AE-8A84-F4DE3C7E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19375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B71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B7185"/>
                </a:solidFill>
                <a:latin typeface="Microsoft YaHei"/>
                <a:ea typeface="Microsoft YaHei"/>
                <a:cs typeface="Microsoft YaHei"/>
              </a:rPr>
              <a:t>masked data mismatch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E08E02-BB60-4FD1-B4A8-A7022721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95650"/>
            <a:ext cx="105727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7F5ED2-F688-4664-A259-0464F920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5757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stuck_replacement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424C15-F6D0-4858-8014-FAD16F6E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4575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替换路固定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CE0418-F0AC-4D3A-B6B4-BD354F54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57575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B71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B7185"/>
                </a:solidFill>
                <a:latin typeface="Microsoft YaHei"/>
                <a:ea typeface="Microsoft YaHei"/>
                <a:cs typeface="Microsoft YaHei"/>
              </a:rPr>
              <a:t>victim memory mismatch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0532B0-1B0C-45D7-B39B-64F87B96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105727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5CDDA8-06A1-4635-B03E-CE9DCAB5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refill_shift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674712-731E-4C46-9A30-5742634C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2957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refill beat 偏移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EE625D-2101-4244-9C4C-747708B3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95775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B71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B7185"/>
                </a:solidFill>
                <a:latin typeface="Microsoft YaHei"/>
                <a:ea typeface="Microsoft YaHei"/>
                <a:cs typeface="Microsoft YaHei"/>
              </a:rPr>
              <a:t>alignment mismatch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A8EF5E-EE79-4689-BB31-93E28A4D1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72050"/>
            <a:ext cx="105727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7292E1-AD8F-4E46-8D31-16E1E988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3397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unstable_under_stall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783E31-F954-4734-9DCC-7E096FC0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1339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stall 期间数据变化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5F2F5B-DF8C-4593-AEED-DA85CB68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133975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B71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B7185"/>
                </a:solidFill>
                <a:latin typeface="Microsoft YaHei"/>
                <a:ea typeface="Microsoft YaHei"/>
                <a:cs typeface="Microsoft YaHei"/>
              </a:rPr>
              <a:t>response mismatch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7F9006-A93E-4D4D-8129-F664831C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边界：这些结果证明验证环境能检错，不等同于确认真实 NutShell RTL 存在对应缺陷。</a:t>
            </a:r>
          </a:p>
        </p:txBody>
      </p:sp>
    </p:spTree>
    <p:extLst>
      <p:ext uri="{BB962C8B-B14F-4D97-AF65-F5344CB8AC3E}">
        <p14:creationId xmlns:p14="http://schemas.microsoft.com/office/powerpoint/2010/main" val="7819595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FD4C25-DF6B-4E6E-A5C4-874E9BE1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87A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087A8C"/>
                </a:solidFill>
                <a:latin typeface="Microsoft YaHei"/>
                <a:ea typeface="Microsoft YaHei"/>
                <a:cs typeface="Microsoft YaHei"/>
              </a:rPr>
              <a:t>UCAgent + HUMAN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5212C-8251-4759-8741-5A8938C2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草案速度由 UCAgent 提供，验证可信度由人工复核闭环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45562-E0CA-49C7-BC2C-73A226C6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3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893703-9DBD-45EC-A588-C95390D5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C8BDE-432B-4060-BA85-59EFCE9F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rPr>
              <a:t>RV-006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DFC98-07EC-4D37-986B-23045889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581150"/>
            <a:ext cx="400050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36DF0-B85B-4666-8CC9-ABBCCE2B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7526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参数沿用 Python 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FD544E-60A1-457A-BAE3-3404DC62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581150"/>
            <a:ext cx="550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ECC47C-7EEC-4D80-8B9E-42C2C029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1450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按 64-bit / 8-mask / 64B / 128-set / 4-way 重构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4F8DA-4F97-4340-91AB-64B2D72A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479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rPr>
              <a:t>RV-007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2D1BBB-035E-473B-A66A-C9742118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76500"/>
            <a:ext cx="400050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8656BB-B868-48CA-9511-788FEC33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4795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smoke 被误当作功能覆盖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E454CA-04BF-4139-84FB-6E2ADED4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76500"/>
            <a:ext cx="550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FF84C4-8F1F-4278-8B54-A24DD88A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098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36 点仅由真实 DUT 事件命中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EBCA4C-8359-442A-A916-BF182371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rPr>
              <a:t>RV-008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F3828D-FEE2-41E5-967F-795414D6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71850"/>
            <a:ext cx="400050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FEA05-A951-4133-9D44-D6DFE120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433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只做简单 read/write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52593F-3934-4CBC-A98B-05B3351C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71850"/>
            <a:ext cx="550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4994FD-0407-4641-BEEA-657FD8CF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50520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加入 memory、victim、coherence probe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28AF05-FCAD-4C4D-95C6-06E307BC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rPr>
              <a:t>RV-009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1D1B83-3ECE-4725-863A-D9864F5B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67200"/>
            <a:ext cx="400050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4759FE-7E93-4B35-8302-65464B24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3865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复用上游 block_write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1BBA4C-6668-4435-B5B0-A988FACC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267200"/>
            <a:ext cx="550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ED73A1-7119-4C98-956F-0F6ADC45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005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发现 data/size 位置参数错位，改用显式协议驱动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01D15D-0597-4284-9FBD-0ED758A2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891B2"/>
                </a:solidFill>
                <a:latin typeface="Microsoft YaHei"/>
                <a:ea typeface="Microsoft YaHei"/>
                <a:cs typeface="Microsoft YaHei"/>
              </a:rPr>
              <a:t>RV-010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CDFDB5-D052-4C55-83AE-A1083FEA3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62550"/>
            <a:ext cx="400050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A5C9DC-30EA-4254-8115-4B31B8EB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通用 flush 假设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138EAF-2377-41B0-8CB6-C2DB4B94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162550"/>
            <a:ext cx="5505450" cy="6286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BF71A9-E57B-46AD-A6A0-A67FFECA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9590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RTL 断言，改为合法 io_empty 观测</a:t>
            </a:r>
          </a:p>
        </p:txBody>
      </p:sp>
    </p:spTree>
    <p:extLst>
      <p:ext uri="{BB962C8B-B14F-4D97-AF65-F5344CB8AC3E}">
        <p14:creationId xmlns:p14="http://schemas.microsoft.com/office/powerpoint/2010/main" val="12189990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C3346A-2F19-4CCC-A4DD-CAD1D958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REPRODUCIBLE PACKAGE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E5765F-4CC4-4D39-AA10-CF395DE2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报告、代码、记录和命令可以相互反查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1C6B92-5D25-459A-8F90-819D5349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A7FC22-B298-4736-97C3-695DEF49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E40224-4803-42AF-9DD6-260F1E25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38125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21F973-CBA6-498B-8EDA-C05B2D6E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43075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PDF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DB391-AEA9-4ED7-8396-759A5C52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14575"/>
            <a:ext cx="2038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13 页验证报告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09EAAE-68EA-4225-AFFD-B762C27F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619250"/>
            <a:ext cx="238125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115EF2-101C-46C8-A089-782238BB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743075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PPTX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967A74-57C4-444F-93E8-158EA990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14575"/>
            <a:ext cx="2038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8 页答辩演示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D79607-F2B6-43C7-87DD-F0546B7C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19250"/>
            <a:ext cx="238125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843C7F-A756-4198-9DB2-A4F712B2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43075"/>
            <a:ext cx="2038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JSONL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E710E1-E8C9-4EC6-A564-7D94B2E1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14575"/>
            <a:ext cx="2038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 条协同记录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A7FA2D-12A1-41FB-8D77-99D3B28A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19250"/>
            <a:ext cx="2857500" cy="1104900"/>
          </a:xfrm>
          <a:prstGeom xmlns:a="http://schemas.openxmlformats.org/drawingml/2006/main" prst="roundRect">
            <a:avLst>
              <a:gd name="adj" fmla="val 1724"/>
            </a:avLst>
          </a:prstGeom>
          <a:solidFill xmlns:a="http://schemas.openxmlformats.org/drawingml/2006/main">
            <a:srgbClr val="121D30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AFFF8A-75EE-42FE-A98B-2DDD96D3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4307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C235E8-1E7A-4E4C-ADD9-56A788F1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14575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逐覆盖点来源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B9CF36-69BB-48C5-B4C6-688598CA8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DC7E76-F8AF-44E9-B1F4-338054CA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4781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python scripts/run_rtl_regression.py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CD9976-6BF7-49E1-9912-106647AD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97980A-7650-4378-83C1-BFBB9516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4781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python -m unittest discover -s tests -v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0400D6-7796-43A8-9E81-8A24A516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BECC45-B039-4887-B11E-D6613B35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62500"/>
            <a:ext cx="4781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python scripts/build_verification_pdf.py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4A9499-AA40-49E5-819C-C50E7F96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5048250" cy="2190750"/>
          </a:xfrm>
          <a:prstGeom xmlns:a="http://schemas.openxmlformats.org/drawingml/2006/main" prst="roundRect">
            <a:avLst>
              <a:gd name="adj" fmla="val 870"/>
            </a:avLst>
          </a:prstGeom>
          <a:solidFill xmlns:a="http://schemas.openxmlformats.org/drawingml/2006/main">
            <a:srgbClr val="17263C"/>
          </a:solidFill>
          <a:ln xmlns:a="http://schemas.openxmlformats.org/drawingml/2006/main" w="9525">
            <a:solidFill>
              <a:srgbClr val="26364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888439-6E10-49FC-844E-5428DE44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623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仓库证据入口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EAD8A2-5781-4911-B18A-89F6EB36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38600"/>
            <a:ext cx="4286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reports/rtl-functional-coverage.json</a:t>
            </a:r>
          </a:p>
          <a:p xmlns:a="http://schemas.openxmlformats.org/drawingml/2006/main">
            <a:pPr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docs/ucagent-collaboration.md</a:t>
            </a:r>
          </a:p>
          <a:p xmlns:a="http://schemas.openxmlformats.org/drawingml/2006/main">
            <a:pPr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integration/nutshell/test_rtl_regression.py</a:t>
            </a:r>
          </a:p>
          <a:p xmlns:a="http://schemas.openxmlformats.org/drawingml/2006/main">
            <a:pPr>
              <a:def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review_journal.jsonl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91D566-EC79-4A39-8222-5B64FA04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198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未覆盖点与大型本地产物同样被明确记录。</a:t>
            </a:r>
          </a:p>
        </p:txBody>
      </p:sp>
    </p:spTree>
    <p:extLst>
      <p:ext uri="{BB962C8B-B14F-4D97-AF65-F5344CB8AC3E}">
        <p14:creationId xmlns:p14="http://schemas.microsoft.com/office/powerpoint/2010/main" val="13967348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2026-06-19T04:56:07.2230000Z</dcterms:created>
  <dcterms:modified xsi:type="dcterms:W3CDTF">2026-06-19T04:56:07.2230000Z</dcterms:modified>
</coreProperties>
</file>